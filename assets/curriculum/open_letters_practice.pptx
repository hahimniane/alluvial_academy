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2" r:id="rId2"/>
    <p:sldId id="323" r:id="rId3"/>
    <p:sldId id="325" r:id="rId4"/>
    <p:sldId id="324" r:id="rId5"/>
    <p:sldId id="321" r:id="rId6"/>
    <p:sldId id="263" r:id="rId7"/>
    <p:sldId id="264" r:id="rId8"/>
    <p:sldId id="267" r:id="rId9"/>
    <p:sldId id="268" r:id="rId10"/>
    <p:sldId id="269" r:id="rId11"/>
    <p:sldId id="265" r:id="rId12"/>
    <p:sldId id="270" r:id="rId13"/>
    <p:sldId id="271" r:id="rId14"/>
    <p:sldId id="272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75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41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30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9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29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58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6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01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3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018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338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93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780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842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173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9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384653-BF4C-4BAD-8871-A2BB3BC5226B}" type="datetimeFigureOut">
              <a:rPr lang="en-US" smtClean="0"/>
              <a:t>10/9/2022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9C0E9A-58B2-4CE2-AF32-4FA02B1756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1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2353B-6853-8FB6-8817-FCCEC24B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1150599" cy="5825067"/>
          </a:xfrm>
        </p:spPr>
        <p:txBody>
          <a:bodyPr>
            <a:noAutofit/>
          </a:bodyPr>
          <a:lstStyle/>
          <a:p>
            <a:pPr algn="ctr"/>
            <a:r>
              <a:rPr lang="ar-SA" sz="166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الحُرُوفُ المَفْتُوحَةُ</a:t>
            </a:r>
            <a:endParaRPr lang="en-US" sz="16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29733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1F0E-B4E7-FF9F-CB42-FF9EDBBEF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82C626-36D7-74A4-2D42-63FF6DA02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7" y="491066"/>
            <a:ext cx="11125200" cy="582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53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4587-522F-6E49-9C18-43271D69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9FAD4-4D3D-31CA-D61E-6BE9B18FB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508000"/>
            <a:ext cx="11074400" cy="580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320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B5BE-C761-5C9D-41B7-ACB686BD0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B7905-FB23-C561-FDA8-A936567EA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2" y="524933"/>
            <a:ext cx="11125201" cy="582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270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74BD-2839-0D7C-C21D-8D40F072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C89D9B-29FD-B182-AF66-641431F45C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9" r="28472" b="1976"/>
          <a:stretch/>
        </p:blipFill>
        <p:spPr>
          <a:xfrm>
            <a:off x="524933" y="474133"/>
            <a:ext cx="11192934" cy="59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8555-25DE-5840-93B0-9D381FA02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8" y="609600"/>
            <a:ext cx="10964331" cy="5638800"/>
          </a:xfrm>
        </p:spPr>
        <p:txBody>
          <a:bodyPr>
            <a:noAutofit/>
          </a:bodyPr>
          <a:lstStyle/>
          <a:p>
            <a: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تَدْرِيبَاتُ </a:t>
            </a:r>
            <a:b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الحُرُوفُ المَفْتُوحَةُ</a:t>
            </a:r>
            <a:endParaRPr lang="en-US" sz="1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978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F38D0D-9AFE-C39C-A5B0-7D4C47BE1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" y="558800"/>
            <a:ext cx="11108268" cy="57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7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5F3F-4F88-194E-9878-3A0A829B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7" y="592667"/>
            <a:ext cx="10964333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رَ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سَرَ</a:t>
            </a:r>
            <a:b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رَ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سَرَدَ</a:t>
            </a:r>
            <a:endParaRPr lang="en-US" sz="11200" b="1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474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BBDDE-877D-A547-412B-95C7E90E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3" y="626534"/>
            <a:ext cx="10938934" cy="56049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ar-SA" sz="115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صَ</a:t>
            </a:r>
            <a: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5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دَ</a:t>
            </a:r>
            <a: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5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صَدَ</a:t>
            </a:r>
            <a:b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5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صَ</a:t>
            </a:r>
            <a: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5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دَ</a:t>
            </a:r>
            <a: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5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قَ</a:t>
            </a:r>
            <a:r>
              <a:rPr lang="ar-SA" sz="1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5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صَدَقَ</a:t>
            </a:r>
            <a:endParaRPr lang="en-US" sz="11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774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6690-14E5-CFEA-08CB-09900EF5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10972800" cy="5638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طَ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رَ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طَرَ</a:t>
            </a:r>
            <a:b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طَ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رَ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قَ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طَرَقَ</a:t>
            </a:r>
            <a:endParaRPr lang="en-US" sz="11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3495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02954-CFB3-76CA-FFD4-AC76B0A95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2" y="541867"/>
            <a:ext cx="11125201" cy="577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1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818D-2469-976C-E46F-01CEEDCFD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599"/>
            <a:ext cx="10955867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بَعَ</a:t>
            </a:r>
            <a:b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عَ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ثَ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بَعَثَ</a:t>
            </a:r>
            <a:endParaRPr lang="en-US" sz="11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269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A670-9848-DF9A-890D-B3EC5DA2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3" y="626534"/>
            <a:ext cx="10955867" cy="5638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سَجَ</a:t>
            </a:r>
            <a:b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1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جَ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1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دَ</a:t>
            </a:r>
            <a:r>
              <a:rPr lang="ar-SA" sz="1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12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سَجَدَ</a:t>
            </a:r>
            <a:endParaRPr lang="en-US" sz="112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216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652E-0E69-4590-A124-9ABCED33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3" y="609600"/>
            <a:ext cx="10938934" cy="565573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ar-SA" sz="103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نَ</a:t>
            </a:r>
            <a: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0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هَا</a:t>
            </a:r>
            <a: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03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نَهَا</a:t>
            </a:r>
            <a:b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ar-SA" sz="10300" b="1" dirty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نَ</a:t>
            </a:r>
            <a: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0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هَا</a:t>
            </a:r>
            <a: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+ </a:t>
            </a:r>
            <a:r>
              <a:rPr lang="ar-SA" sz="103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شَ</a:t>
            </a:r>
            <a:r>
              <a:rPr lang="ar-SA" sz="10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ar-SA" sz="10300" b="1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نَهَشَ</a:t>
            </a:r>
            <a:endParaRPr lang="en-US" sz="10300" b="1" dirty="0"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346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CC41BA-79F5-8DF4-162B-E8724CFDE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6" y="541866"/>
            <a:ext cx="11108267" cy="57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9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197</TotalTime>
  <Words>84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الحُرُوفُ المَفْتُوحَةُ</vt:lpstr>
      <vt:lpstr>PowerPoint Presentation</vt:lpstr>
      <vt:lpstr>PowerPoint Presentation</vt:lpstr>
      <vt:lpstr>PowerPoint Presentation</vt:lpstr>
      <vt:lpstr>PowerPoint Presentation</vt:lpstr>
      <vt:lpstr>تَدْرِيبَاتُ  الحُرُوفُ المَفْتُوحَةُ</vt:lpstr>
      <vt:lpstr>PowerPoint Presentation</vt:lpstr>
      <vt:lpstr>سَ + رَ = سَرَ سَ + رَ + دَ + سَرَدَ</vt:lpstr>
      <vt:lpstr>صَ + دَ = صَدَ صَ + دَ + قَ = صَدَقَ</vt:lpstr>
      <vt:lpstr>طَ + رَ = طَرَ طَ + رَ + قَ = طَرَقَ</vt:lpstr>
      <vt:lpstr>PowerPoint Presentation</vt:lpstr>
      <vt:lpstr>بَ + عَ = بَعَ بَ + عَ + ثَ = بَعَثَ</vt:lpstr>
      <vt:lpstr>سَ + جَ = سَجَ سَ + جَ + دَ = سَجَدَ</vt:lpstr>
      <vt:lpstr>نَ + هَا = نَهَا نَ + هَا + شَ = نَهَشَ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الحُرُوفُ المَكْسُورَةُ</dc:title>
  <dc:creator>Mohammed Wurrie Barry</dc:creator>
  <cp:lastModifiedBy>Mohammed Wurrie Barry</cp:lastModifiedBy>
  <cp:revision>12</cp:revision>
  <dcterms:created xsi:type="dcterms:W3CDTF">2022-09-30T08:37:53Z</dcterms:created>
  <dcterms:modified xsi:type="dcterms:W3CDTF">2022-10-09T18:25:00Z</dcterms:modified>
</cp:coreProperties>
</file>