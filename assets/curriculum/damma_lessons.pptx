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8" r:id="rId10"/>
    <p:sldId id="263" r:id="rId11"/>
    <p:sldId id="270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45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9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516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9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621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10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44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520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5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64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490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829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198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164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665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253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930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D33233D-3186-4C62-9E35-F089312FFE0E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AC4C9E-6452-4F11-921F-DAA9B3BDC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71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6AB4DB-A1F9-CC71-0232-76AF1468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27" y="479394"/>
            <a:ext cx="11185864" cy="5868141"/>
          </a:xfrm>
        </p:spPr>
        <p:txBody>
          <a:bodyPr>
            <a:normAutofit/>
          </a:bodyPr>
          <a:lstStyle/>
          <a:p>
            <a:r>
              <a:rPr lang="ar-SA" sz="1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الحُرُوفُ المَضْمُومَةُ</a:t>
            </a:r>
            <a:endParaRPr lang="en-US" sz="1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4749984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AF8F88-638F-58A4-A613-66BB46DB79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55" t="5048" r="31177" b="57152"/>
          <a:stretch/>
        </p:blipFill>
        <p:spPr>
          <a:xfrm>
            <a:off x="506027" y="488272"/>
            <a:ext cx="11185863" cy="585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8089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C7B9A-32E6-3AFE-8CCE-8F8EE8C35D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57" t="30427" r="31261" b="31933"/>
          <a:stretch/>
        </p:blipFill>
        <p:spPr>
          <a:xfrm>
            <a:off x="497150" y="497150"/>
            <a:ext cx="11194741" cy="584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54380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C7B9A-32E6-3AFE-8CCE-8F8EE8C35D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4" t="55664" r="31262" b="6796"/>
          <a:stretch/>
        </p:blipFill>
        <p:spPr>
          <a:xfrm>
            <a:off x="479393" y="497150"/>
            <a:ext cx="11230253" cy="584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37977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C7B9A-32E6-3AFE-8CCE-8F8EE8C35D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4" t="5047" r="31262" b="6926"/>
          <a:stretch/>
        </p:blipFill>
        <p:spPr>
          <a:xfrm>
            <a:off x="479395" y="488272"/>
            <a:ext cx="11212496" cy="590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2731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54D2-B5FD-0A4A-FAF6-DB8C3B94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49" y="497150"/>
            <a:ext cx="11212497" cy="5877017"/>
          </a:xfrm>
        </p:spPr>
        <p:txBody>
          <a:bodyPr>
            <a:noAutofit/>
          </a:bodyPr>
          <a:lstStyle/>
          <a:p>
            <a:r>
              <a:rPr lang="ar-SA" sz="1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تدريبات </a:t>
            </a:r>
            <a:br>
              <a:rPr lang="ar-SA" sz="1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ar-SA" sz="1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الحروف المضمومة</a:t>
            </a:r>
            <a:endParaRPr lang="en-US" sz="1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20119736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5F3F-4F88-194E-9878-3A0A829B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7" y="592667"/>
            <a:ext cx="10964333" cy="565573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ar-SA" sz="1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جُ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مِ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11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جُمِ</a:t>
            </a:r>
            <a:b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ar-SA" sz="1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جُ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مِ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عَ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جُمِعَ</a:t>
            </a:r>
            <a:endParaRPr lang="en-US" sz="11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0474536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E24118-C385-1334-034E-5E1A03654A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75" t="11909" r="32864" b="50939"/>
          <a:stretch/>
        </p:blipFill>
        <p:spPr>
          <a:xfrm>
            <a:off x="488272" y="470517"/>
            <a:ext cx="11212497" cy="591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703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5F3F-4F88-194E-9878-3A0A829B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7" y="592667"/>
            <a:ext cx="10964333" cy="565573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ar-SA" sz="9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ثَ</a:t>
            </a:r>
            <a:r>
              <a:rPr lang="ar-SA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9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قُ</a:t>
            </a:r>
            <a:r>
              <a:rPr lang="ar-SA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96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ثَقُ</a:t>
            </a:r>
            <a:br>
              <a:rPr lang="ar-SA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ar-SA" sz="9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ثَ</a:t>
            </a:r>
            <a:r>
              <a:rPr lang="ar-SA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9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قُ</a:t>
            </a:r>
            <a:r>
              <a:rPr lang="ar-SA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9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لَ</a:t>
            </a:r>
            <a:r>
              <a:rPr lang="ar-SA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9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ثَقُلَ</a:t>
            </a:r>
            <a:endParaRPr lang="en-US" sz="9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7763329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AF4E3D-78DF-BA66-1D1C-A35F07CFBA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03" t="8156" r="32427" b="53786"/>
          <a:stretch/>
        </p:blipFill>
        <p:spPr>
          <a:xfrm>
            <a:off x="506027" y="497150"/>
            <a:ext cx="11176987" cy="587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129045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5F3F-4F88-194E-9878-3A0A829B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7" y="592667"/>
            <a:ext cx="10964333" cy="565573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ar-SA" sz="9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يَ</a:t>
            </a:r>
            <a:r>
              <a:rPr lang="ar-SA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9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عِ</a:t>
            </a:r>
            <a:r>
              <a:rPr lang="ar-SA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9600" b="1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يَعِ</a:t>
            </a:r>
            <a:br>
              <a:rPr lang="ar-SA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ar-SA" sz="9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يَ</a:t>
            </a:r>
            <a:r>
              <a:rPr lang="ar-SA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9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عِ</a:t>
            </a:r>
            <a:r>
              <a:rPr lang="ar-SA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9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ظُ</a:t>
            </a:r>
            <a:r>
              <a:rPr lang="ar-SA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9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يَعِظُ</a:t>
            </a:r>
            <a:endParaRPr lang="en-US" sz="9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305440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E7C672-1BF2-E0EF-6D4B-60B24EDE8F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21" t="44401" r="32864" b="17540"/>
          <a:stretch/>
        </p:blipFill>
        <p:spPr>
          <a:xfrm>
            <a:off x="488273" y="488272"/>
            <a:ext cx="11221374" cy="587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93171"/>
      </p:ext>
    </p:extLst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</TotalTime>
  <Words>45</Words>
  <Application>Microsoft Office PowerPoint</Application>
  <PresentationFormat>Widescreen</PresentationFormat>
  <Paragraphs>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Garamond</vt:lpstr>
      <vt:lpstr>Organic</vt:lpstr>
      <vt:lpstr>الحُرُوفُ المَضْمُومَةُ</vt:lpstr>
      <vt:lpstr>PowerPoint Presentation</vt:lpstr>
      <vt:lpstr>PowerPoint Presentation</vt:lpstr>
      <vt:lpstr>PowerPoint Presentation</vt:lpstr>
      <vt:lpstr>PowerPoint Presentation</vt:lpstr>
      <vt:lpstr>تدريبات  الحروف المضمومة</vt:lpstr>
      <vt:lpstr>جُ + مِ = جُمِ جُ + مِ + عَ + جُمِعَ</vt:lpstr>
      <vt:lpstr>PowerPoint Presentation</vt:lpstr>
      <vt:lpstr>ثَ + قُ = ثَقُ ثَ + قُ + لَ = ثَقُلَ</vt:lpstr>
      <vt:lpstr>PowerPoint Presentation</vt:lpstr>
      <vt:lpstr>يَ + عِ = يَعِ يَ + عِ + ظُ = يَعِظُ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الحُرُوفُ المَضْمُومَةُ</dc:title>
  <dc:creator>Mohammed Wurrie Barry</dc:creator>
  <cp:lastModifiedBy>Mohammed Wurrie Barry</cp:lastModifiedBy>
  <cp:revision>1</cp:revision>
  <dcterms:created xsi:type="dcterms:W3CDTF">2022-10-09T11:06:38Z</dcterms:created>
  <dcterms:modified xsi:type="dcterms:W3CDTF">2022-10-09T11:38:55Z</dcterms:modified>
</cp:coreProperties>
</file>