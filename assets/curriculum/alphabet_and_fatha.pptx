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</p:sldIdLst>
  <p:sldSz cy="6858000" cx="12192000"/>
  <p:notesSz cx="6858000" cy="9144000"/>
  <p:embeddedFontLst>
    <p:embeddedFont>
      <p:font typeface="Garamond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79" roundtripDataSignature="AMtx7mgzs2taPdHO6t7Fk1FFAN49E0Qa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font" Target="fonts/Garamond-regular.fntdata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font" Target="fonts/Garamond-italic.fntdata"/><Relationship Id="rId32" Type="http://schemas.openxmlformats.org/officeDocument/2006/relationships/slide" Target="slides/slide28.xml"/><Relationship Id="rId76" Type="http://schemas.openxmlformats.org/officeDocument/2006/relationships/font" Target="fonts/Garamond-bold.fntdata"/><Relationship Id="rId35" Type="http://schemas.openxmlformats.org/officeDocument/2006/relationships/slide" Target="slides/slide31.xml"/><Relationship Id="rId79" Type="http://customschemas.google.com/relationships/presentationmetadata" Target="metadata"/><Relationship Id="rId34" Type="http://schemas.openxmlformats.org/officeDocument/2006/relationships/slide" Target="slides/slide30.xml"/><Relationship Id="rId78" Type="http://schemas.openxmlformats.org/officeDocument/2006/relationships/font" Target="fonts/Garamond-boldItalic.fntdata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S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2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cxnSp>
        <p:nvCxnSpPr>
          <p:cNvPr id="25" name="Google Shape;25;p72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74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descr="HD-PanelTitleR1.png" id="32" name="Google Shape;32;p7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33;p74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Title-UniformTrim.png" id="34" name="Google Shape;34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Title-UniformTrim.png" id="35" name="Google Shape;35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74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4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74"/>
          <p:cNvSpPr txBox="1"/>
          <p:nvPr>
            <p:ph idx="10" type="dt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4"/>
          <p:cNvSpPr txBox="1"/>
          <p:nvPr>
            <p:ph idx="11" type="ftr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4"/>
          <p:cNvSpPr txBox="1"/>
          <p:nvPr>
            <p:ph idx="12" type="sldNum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cxnSp>
        <p:nvCxnSpPr>
          <p:cNvPr id="41" name="Google Shape;41;p74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7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75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5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6" name="Google Shape;46;p7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6"/>
          <p:cNvSpPr txBox="1"/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6"/>
          <p:cNvSpPr txBox="1"/>
          <p:nvPr>
            <p:ph idx="1" type="body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7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cxnSp>
        <p:nvCxnSpPr>
          <p:cNvPr id="55" name="Google Shape;55;p76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77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7"/>
          <p:cNvSpPr txBox="1"/>
          <p:nvPr>
            <p:ph idx="1" type="body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60" name="Google Shape;60;p77"/>
          <p:cNvSpPr txBox="1"/>
          <p:nvPr>
            <p:ph idx="2" type="body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61" name="Google Shape;61;p7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8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8"/>
          <p:cNvSpPr txBox="1"/>
          <p:nvPr>
            <p:ph idx="1" type="body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67" name="Google Shape;67;p78"/>
          <p:cNvSpPr txBox="1"/>
          <p:nvPr>
            <p:ph idx="2" type="body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68" name="Google Shape;68;p78"/>
          <p:cNvSpPr txBox="1"/>
          <p:nvPr>
            <p:ph idx="3" type="body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69" name="Google Shape;69;p78"/>
          <p:cNvSpPr txBox="1"/>
          <p:nvPr>
            <p:ph idx="4" type="body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0" name="Google Shape;70;p7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cxnSp>
        <p:nvCxnSpPr>
          <p:cNvPr id="73" name="Google Shape;73;p7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9"/>
          <p:cNvSpPr txBox="1"/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9"/>
          <p:cNvSpPr txBox="1"/>
          <p:nvPr>
            <p:ph idx="1" type="body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7" name="Google Shape;77;p79"/>
          <p:cNvSpPr txBox="1"/>
          <p:nvPr>
            <p:ph idx="2" type="body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78" name="Google Shape;78;p7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cxnSp>
        <p:nvCxnSpPr>
          <p:cNvPr id="81" name="Google Shape;81;p79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0"/>
          <p:cNvSpPr txBox="1"/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0"/>
          <p:cNvSpPr/>
          <p:nvPr>
            <p:ph idx="2" type="pic"/>
          </p:nvPr>
        </p:nvSpPr>
        <p:spPr>
          <a:xfrm>
            <a:off x="8094831" y="1041400"/>
            <a:ext cx="3063347" cy="47752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" name="Google Shape;85;p80"/>
          <p:cNvSpPr txBox="1"/>
          <p:nvPr>
            <p:ph idx="1" type="body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6" name="Google Shape;86;p80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0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0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1"/>
          <p:cNvSpPr txBox="1"/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1"/>
          <p:cNvSpPr/>
          <p:nvPr>
            <p:ph idx="2" type="pic"/>
          </p:nvPr>
        </p:nvSpPr>
        <p:spPr>
          <a:xfrm>
            <a:off x="1041427" y="1041399"/>
            <a:ext cx="10105972" cy="3335869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2" name="Google Shape;92;p81"/>
          <p:cNvSpPr txBox="1"/>
          <p:nvPr>
            <p:ph idx="1" type="body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93" name="Google Shape;93;p8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8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8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2"/>
          <p:cNvSpPr txBox="1"/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2"/>
          <p:cNvSpPr txBox="1"/>
          <p:nvPr>
            <p:ph idx="1" type="body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8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8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8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cxnSp>
        <p:nvCxnSpPr>
          <p:cNvPr id="102" name="Google Shape;102;p82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3"/>
          <p:cNvSpPr txBox="1"/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83"/>
          <p:cNvSpPr txBox="1"/>
          <p:nvPr>
            <p:ph idx="1" type="body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06" name="Google Shape;106;p83"/>
          <p:cNvSpPr txBox="1"/>
          <p:nvPr>
            <p:ph idx="2" type="body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8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8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8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sp>
        <p:nvSpPr>
          <p:cNvPr id="110" name="Google Shape;110;p8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11" name="Google Shape;111;p83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12" name="Google Shape;112;p83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4"/>
          <p:cNvSpPr txBox="1"/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84"/>
          <p:cNvSpPr txBox="1"/>
          <p:nvPr>
            <p:ph idx="1" type="body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8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8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5"/>
          <p:cNvSpPr txBox="1"/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85"/>
          <p:cNvSpPr txBox="1"/>
          <p:nvPr>
            <p:ph idx="1" type="body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2" name="Google Shape;122;p85"/>
          <p:cNvSpPr txBox="1"/>
          <p:nvPr>
            <p:ph idx="2" type="body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8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8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sp>
        <p:nvSpPr>
          <p:cNvPr id="126" name="Google Shape;126;p85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7" name="Google Shape;127;p85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8" name="Google Shape;128;p85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6"/>
          <p:cNvSpPr txBox="1"/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86"/>
          <p:cNvSpPr txBox="1"/>
          <p:nvPr>
            <p:ph idx="1" type="body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2" name="Google Shape;132;p86"/>
          <p:cNvSpPr txBox="1"/>
          <p:nvPr>
            <p:ph idx="2" type="body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3" name="Google Shape;133;p8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8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8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cxnSp>
        <p:nvCxnSpPr>
          <p:cNvPr id="136" name="Google Shape;136;p86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7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7"/>
          <p:cNvSpPr txBox="1"/>
          <p:nvPr>
            <p:ph idx="1" type="body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0" name="Google Shape;140;p8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8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cxnSp>
        <p:nvCxnSpPr>
          <p:cNvPr id="143" name="Google Shape;143;p8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8"/>
          <p:cNvSpPr txBox="1"/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88"/>
          <p:cNvSpPr txBox="1"/>
          <p:nvPr>
            <p:ph idx="1" type="body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7" name="Google Shape;147;p8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8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8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  <p:cxnSp>
        <p:nvCxnSpPr>
          <p:cNvPr id="150" name="Google Shape;150;p88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5.jp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1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descr="HD-PanelContent.png" id="11" name="Google Shape;11;p7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71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Content-UniformTrim.png" id="13" name="Google Shape;13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Content-UniformTrim.png" id="14" name="Google Shape;14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71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i="0" sz="4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71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386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746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60044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4543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835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30835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30835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3083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3083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7" name="Google Shape;17;p7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8" name="Google Shape;18;p7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9" name="Google Shape;19;p7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/>
          <p:nvPr>
            <p:ph type="title"/>
          </p:nvPr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7900"/>
              <a:buFont typeface="Garamond"/>
              <a:buNone/>
            </a:pPr>
            <a:r>
              <a:rPr lang="ar-SA" sz="17900">
                <a:solidFill>
                  <a:srgbClr val="7030A0"/>
                </a:solidFill>
              </a:rPr>
              <a:t>الحُرُوفُ الهِجَائِيَّةُ</a:t>
            </a:r>
            <a:endParaRPr sz="1490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t/>
            </a:r>
            <a:endParaRPr/>
          </a:p>
        </p:txBody>
      </p:sp>
      <p:pic>
        <p:nvPicPr>
          <p:cNvPr id="161" name="Google Shape;1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866" y="508000"/>
            <a:ext cx="11108267" cy="5909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t/>
            </a:r>
            <a:endParaRPr/>
          </a:p>
        </p:txBody>
      </p:sp>
      <p:pic>
        <p:nvPicPr>
          <p:cNvPr id="167" name="Google Shape;1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866" y="491066"/>
            <a:ext cx="11125201" cy="589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t/>
            </a:r>
            <a:endParaRPr/>
          </a:p>
        </p:txBody>
      </p:sp>
      <p:pic>
        <p:nvPicPr>
          <p:cNvPr id="173" name="Google Shape;1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333" y="423333"/>
            <a:ext cx="11091333" cy="5926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t/>
            </a:r>
            <a:endParaRPr/>
          </a:p>
        </p:txBody>
      </p:sp>
      <p:pic>
        <p:nvPicPr>
          <p:cNvPr id="179" name="Google Shape;179;p5"/>
          <p:cNvPicPr preferRelativeResize="0"/>
          <p:nvPr/>
        </p:nvPicPr>
        <p:blipFill rotWithShape="1">
          <a:blip r:embed="rId4">
            <a:alphaModFix/>
          </a:blip>
          <a:srcRect b="0" l="26880" r="26665" t="0"/>
          <a:stretch/>
        </p:blipFill>
        <p:spPr>
          <a:xfrm>
            <a:off x="474133" y="491066"/>
            <a:ext cx="11175999" cy="5875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>
            <p:ph type="title"/>
          </p:nvPr>
        </p:nvSpPr>
        <p:spPr>
          <a:xfrm>
            <a:off x="1295402" y="982132"/>
            <a:ext cx="9601196" cy="5025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500"/>
              <a:buFont typeface="Garamond"/>
              <a:buNone/>
            </a:pPr>
            <a:r>
              <a:rPr b="1" lang="ar-SA" sz="21500"/>
              <a:t>تدريبات</a:t>
            </a:r>
            <a:endParaRPr b="1" sz="2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4064001" y="-2605164"/>
            <a:ext cx="6096000" cy="9248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59500" u="none" cap="none" strike="noStrike">
                <a:solidFill>
                  <a:srgbClr val="FFC000"/>
                </a:solidFill>
                <a:latin typeface="Garamond"/>
                <a:ea typeface="Garamond"/>
                <a:cs typeface="Garamond"/>
                <a:sym typeface="Garamond"/>
              </a:rPr>
              <a:t>ج</a:t>
            </a:r>
            <a:endParaRPr sz="6000">
              <a:solidFill>
                <a:srgbClr val="FFC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838200" y="1151467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B050"/>
                </a:solidFill>
                <a:latin typeface="Garamond"/>
                <a:ea typeface="Garamond"/>
                <a:cs typeface="Garamond"/>
                <a:sym typeface="Garamond"/>
              </a:rPr>
              <a:t>خ</a:t>
            </a:r>
            <a:endParaRPr sz="53500">
              <a:solidFill>
                <a:srgbClr val="00B05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م</a:t>
            </a:r>
            <a:endParaRPr sz="53500">
              <a:solidFill>
                <a:srgbClr val="FF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500"/>
              <a:buFont typeface="Garamond"/>
              <a:buNone/>
            </a:pPr>
            <a:r>
              <a:rPr lang="ar-SA" sz="535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ث</a:t>
            </a:r>
            <a:endParaRPr sz="535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B050"/>
                </a:solidFill>
                <a:latin typeface="Garamond"/>
                <a:ea typeface="Garamond"/>
                <a:cs typeface="Garamond"/>
                <a:sym typeface="Garamond"/>
              </a:rPr>
              <a:t>ن</a:t>
            </a:r>
            <a:endParaRPr sz="53500">
              <a:solidFill>
                <a:srgbClr val="00B05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C00000"/>
                </a:solidFill>
                <a:latin typeface="Garamond"/>
                <a:ea typeface="Garamond"/>
                <a:cs typeface="Garamond"/>
                <a:sym typeface="Garamond"/>
              </a:rPr>
              <a:t>ي</a:t>
            </a:r>
            <a:endParaRPr sz="53500">
              <a:solidFill>
                <a:srgbClr val="C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FFC000"/>
                </a:solidFill>
                <a:latin typeface="Garamond"/>
                <a:ea typeface="Garamond"/>
                <a:cs typeface="Garamond"/>
                <a:sym typeface="Garamond"/>
              </a:rPr>
              <a:t>ك</a:t>
            </a:r>
            <a:endParaRPr sz="53500">
              <a:solidFill>
                <a:srgbClr val="FFC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A9CB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86A9CB"/>
                </a:solidFill>
                <a:latin typeface="Garamond"/>
                <a:ea typeface="Garamond"/>
                <a:cs typeface="Garamond"/>
                <a:sym typeface="Garamond"/>
              </a:rPr>
              <a:t>ا</a:t>
            </a:r>
            <a:endParaRPr sz="53500">
              <a:solidFill>
                <a:srgbClr val="86A9CB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2721F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62721F"/>
                </a:solidFill>
                <a:latin typeface="Garamond"/>
                <a:ea typeface="Garamond"/>
                <a:cs typeface="Garamond"/>
                <a:sym typeface="Garamond"/>
              </a:rPr>
              <a:t>ش</a:t>
            </a:r>
            <a:endParaRPr sz="53500">
              <a:solidFill>
                <a:srgbClr val="62721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00"/>
              <a:buFont typeface="Garamond"/>
              <a:buNone/>
            </a:pPr>
            <a:r>
              <a:rPr lang="ar-SA" sz="535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ها</a:t>
            </a:r>
            <a:endParaRPr sz="535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2060"/>
                </a:solidFill>
                <a:latin typeface="Garamond"/>
                <a:ea typeface="Garamond"/>
                <a:cs typeface="Garamond"/>
                <a:sym typeface="Garamond"/>
              </a:rPr>
              <a:t>س</a:t>
            </a:r>
            <a:endParaRPr sz="5350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/>
          <p:nvPr/>
        </p:nvSpPr>
        <p:spPr>
          <a:xfrm>
            <a:off x="618067" y="7112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FFC000"/>
                </a:solidFill>
                <a:latin typeface="Garamond"/>
                <a:ea typeface="Garamond"/>
                <a:cs typeface="Garamond"/>
                <a:sym typeface="Garamond"/>
              </a:rPr>
              <a:t>ل</a:t>
            </a:r>
            <a:endParaRPr sz="53500">
              <a:solidFill>
                <a:srgbClr val="FFC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B050"/>
                </a:solidFill>
                <a:latin typeface="Garamond"/>
                <a:ea typeface="Garamond"/>
                <a:cs typeface="Garamond"/>
                <a:sym typeface="Garamond"/>
              </a:rPr>
              <a:t>ظ</a:t>
            </a:r>
            <a:endParaRPr sz="53500">
              <a:solidFill>
                <a:srgbClr val="00B05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500"/>
              <a:buFont typeface="Garamond"/>
              <a:buNone/>
            </a:pPr>
            <a:r>
              <a:rPr lang="ar-SA" sz="53500">
                <a:solidFill>
                  <a:schemeClr val="accent6"/>
                </a:solidFill>
                <a:latin typeface="Garamond"/>
                <a:ea typeface="Garamond"/>
                <a:cs typeface="Garamond"/>
                <a:sym typeface="Garamond"/>
              </a:rPr>
              <a:t>ر</a:t>
            </a:r>
            <a:endParaRPr sz="53500">
              <a:solidFill>
                <a:schemeClr val="accent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ق</a:t>
            </a:r>
            <a:endParaRPr sz="53500">
              <a:solidFill>
                <a:srgbClr val="FF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500"/>
              <a:buFont typeface="Garamond"/>
              <a:buNone/>
            </a:pPr>
            <a:r>
              <a:rPr lang="ar-SA" sz="535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ت</a:t>
            </a:r>
            <a:endParaRPr sz="535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D669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C0D669"/>
                </a:solidFill>
                <a:latin typeface="Garamond"/>
                <a:ea typeface="Garamond"/>
                <a:cs typeface="Garamond"/>
                <a:sym typeface="Garamond"/>
              </a:rPr>
              <a:t>ع</a:t>
            </a:r>
            <a:endParaRPr sz="53500">
              <a:solidFill>
                <a:srgbClr val="C0D66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/>
          <p:nvPr/>
        </p:nvSpPr>
        <p:spPr>
          <a:xfrm>
            <a:off x="838200" y="1557867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95E15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795E15"/>
                </a:solidFill>
                <a:latin typeface="Garamond"/>
                <a:ea typeface="Garamond"/>
                <a:cs typeface="Garamond"/>
                <a:sym typeface="Garamond"/>
              </a:rPr>
              <a:t>ض</a:t>
            </a:r>
            <a:endParaRPr sz="53500">
              <a:solidFill>
                <a:srgbClr val="795E15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B050"/>
                </a:solidFill>
                <a:latin typeface="Garamond"/>
                <a:ea typeface="Garamond"/>
                <a:cs typeface="Garamond"/>
                <a:sym typeface="Garamond"/>
              </a:rPr>
              <a:t>ح</a:t>
            </a:r>
            <a:endParaRPr sz="53500">
              <a:solidFill>
                <a:srgbClr val="00B05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 txBox="1"/>
          <p:nvPr/>
        </p:nvSpPr>
        <p:spPr>
          <a:xfrm>
            <a:off x="567267" y="7112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2060"/>
                </a:solidFill>
                <a:latin typeface="Garamond"/>
                <a:ea typeface="Garamond"/>
                <a:cs typeface="Garamond"/>
                <a:sym typeface="Garamond"/>
              </a:rPr>
              <a:t>ف</a:t>
            </a:r>
            <a:endParaRPr sz="5350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C00000"/>
                </a:solidFill>
                <a:latin typeface="Garamond"/>
                <a:ea typeface="Garamond"/>
                <a:cs typeface="Garamond"/>
                <a:sym typeface="Garamond"/>
              </a:rPr>
              <a:t>ص</a:t>
            </a:r>
            <a:endParaRPr sz="53500">
              <a:solidFill>
                <a:srgbClr val="C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2721F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62721F"/>
                </a:solidFill>
                <a:latin typeface="Garamond"/>
                <a:ea typeface="Garamond"/>
                <a:cs typeface="Garamond"/>
                <a:sym typeface="Garamond"/>
              </a:rPr>
              <a:t>ب</a:t>
            </a:r>
            <a:endParaRPr sz="53500">
              <a:solidFill>
                <a:srgbClr val="62721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C0C0C"/>
                </a:solidFill>
                <a:latin typeface="Garamond"/>
                <a:ea typeface="Garamond"/>
                <a:cs typeface="Garamond"/>
                <a:sym typeface="Garamond"/>
              </a:rPr>
              <a:t>و</a:t>
            </a:r>
            <a:endParaRPr sz="53500">
              <a:solidFill>
                <a:srgbClr val="0C0C0C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C00000"/>
                </a:solidFill>
                <a:latin typeface="Garamond"/>
                <a:ea typeface="Garamond"/>
                <a:cs typeface="Garamond"/>
                <a:sym typeface="Garamond"/>
              </a:rPr>
              <a:t>د</a:t>
            </a:r>
            <a:endParaRPr sz="53500">
              <a:solidFill>
                <a:srgbClr val="C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B050"/>
                </a:solidFill>
                <a:latin typeface="Garamond"/>
                <a:ea typeface="Garamond"/>
                <a:cs typeface="Garamond"/>
                <a:sym typeface="Garamond"/>
              </a:rPr>
              <a:t>ز</a:t>
            </a:r>
            <a:endParaRPr sz="53500">
              <a:solidFill>
                <a:srgbClr val="00B05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05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FF5050"/>
                </a:solidFill>
                <a:latin typeface="Garamond"/>
                <a:ea typeface="Garamond"/>
                <a:cs typeface="Garamond"/>
                <a:sym typeface="Garamond"/>
              </a:rPr>
              <a:t>ذ</a:t>
            </a:r>
            <a:endParaRPr sz="53500">
              <a:solidFill>
                <a:srgbClr val="FF505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FFC000"/>
                </a:solidFill>
                <a:latin typeface="Garamond"/>
                <a:ea typeface="Garamond"/>
                <a:cs typeface="Garamond"/>
                <a:sym typeface="Garamond"/>
              </a:rPr>
              <a:t>ط</a:t>
            </a:r>
            <a:endParaRPr sz="53500">
              <a:solidFill>
                <a:srgbClr val="FFC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600"/>
              <a:buFont typeface="Garamond"/>
              <a:buNone/>
            </a:pPr>
            <a:r>
              <a:rPr lang="ar-SA" sz="44600">
                <a:solidFill>
                  <a:srgbClr val="00B050"/>
                </a:solidFill>
                <a:latin typeface="Garamond"/>
                <a:ea typeface="Garamond"/>
                <a:cs typeface="Garamond"/>
                <a:sym typeface="Garamond"/>
              </a:rPr>
              <a:t>غ</a:t>
            </a:r>
            <a:endParaRPr sz="44600">
              <a:solidFill>
                <a:srgbClr val="00B05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/>
          <p:nvPr>
            <p:ph type="title"/>
          </p:nvPr>
        </p:nvSpPr>
        <p:spPr>
          <a:xfrm>
            <a:off x="1295402" y="982132"/>
            <a:ext cx="9601196" cy="4979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900"/>
              <a:buFont typeface="Garamond"/>
              <a:buNone/>
            </a:pPr>
            <a:r>
              <a:rPr b="1" lang="ar-SA" sz="23900"/>
              <a:t>END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type="title"/>
          </p:nvPr>
        </p:nvSpPr>
        <p:spPr>
          <a:xfrm>
            <a:off x="685801" y="609600"/>
            <a:ext cx="11150599" cy="5825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95E15"/>
              </a:buClr>
              <a:buSzPts val="16600"/>
              <a:buFont typeface="Garamond"/>
              <a:buNone/>
            </a:pPr>
            <a:r>
              <a:rPr lang="ar-SA" sz="16600">
                <a:solidFill>
                  <a:srgbClr val="795E15"/>
                </a:solidFill>
              </a:rPr>
              <a:t>الحُرُوفُ المَفْتُوحَةُ</a:t>
            </a:r>
            <a:endParaRPr sz="16600">
              <a:solidFill>
                <a:srgbClr val="795E15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t/>
            </a:r>
            <a:endParaRPr/>
          </a:p>
        </p:txBody>
      </p:sp>
      <p:pic>
        <p:nvPicPr>
          <p:cNvPr id="344" name="Google Shape;3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867" y="491066"/>
            <a:ext cx="11125200" cy="5825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t/>
            </a:r>
            <a:endParaRPr/>
          </a:p>
        </p:txBody>
      </p:sp>
      <p:pic>
        <p:nvPicPr>
          <p:cNvPr id="350" name="Google Shape;35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733" y="508000"/>
            <a:ext cx="11074400" cy="5808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t/>
            </a:r>
            <a:endParaRPr/>
          </a:p>
        </p:txBody>
      </p:sp>
      <p:pic>
        <p:nvPicPr>
          <p:cNvPr id="356" name="Google Shape;3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932" y="524933"/>
            <a:ext cx="11125201" cy="5825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t/>
            </a:r>
            <a:endParaRPr/>
          </a:p>
        </p:txBody>
      </p:sp>
      <p:pic>
        <p:nvPicPr>
          <p:cNvPr id="362" name="Google Shape;362;p41"/>
          <p:cNvPicPr preferRelativeResize="0"/>
          <p:nvPr/>
        </p:nvPicPr>
        <p:blipFill rotWithShape="1">
          <a:blip r:embed="rId3">
            <a:alphaModFix/>
          </a:blip>
          <a:srcRect b="1975" l="28889" r="28472" t="0"/>
          <a:stretch/>
        </p:blipFill>
        <p:spPr>
          <a:xfrm>
            <a:off x="524933" y="474133"/>
            <a:ext cx="11192934" cy="5909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2"/>
          <p:cNvSpPr txBox="1"/>
          <p:nvPr>
            <p:ph type="title"/>
          </p:nvPr>
        </p:nvSpPr>
        <p:spPr>
          <a:xfrm>
            <a:off x="1295402" y="982132"/>
            <a:ext cx="9601196" cy="4814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47E76"/>
              </a:buClr>
              <a:buSzPts val="23900"/>
              <a:buFont typeface="Garamond"/>
              <a:buNone/>
            </a:pPr>
            <a:r>
              <a:rPr b="1" lang="ar-SA" sz="23900">
                <a:solidFill>
                  <a:srgbClr val="D47E76"/>
                </a:solidFill>
              </a:rPr>
              <a:t>تدريبات</a:t>
            </a:r>
            <a:endParaRPr b="1" sz="23900">
              <a:solidFill>
                <a:srgbClr val="D47E76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3"/>
          <p:cNvSpPr txBox="1"/>
          <p:nvPr/>
        </p:nvSpPr>
        <p:spPr>
          <a:xfrm>
            <a:off x="838200" y="1151467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600"/>
              <a:buFont typeface="Garamond"/>
              <a:buNone/>
            </a:pPr>
            <a:r>
              <a:rPr lang="ar-SA" sz="44600">
                <a:solidFill>
                  <a:srgbClr val="C00000"/>
                </a:solidFill>
                <a:latin typeface="Garamond"/>
                <a:ea typeface="Garamond"/>
                <a:cs typeface="Garamond"/>
                <a:sym typeface="Garamond"/>
              </a:rPr>
              <a:t>خَ</a:t>
            </a:r>
            <a:endParaRPr sz="44600">
              <a:solidFill>
                <a:srgbClr val="C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"/>
          <p:cNvSpPr txBox="1"/>
          <p:nvPr/>
        </p:nvSpPr>
        <p:spPr>
          <a:xfrm>
            <a:off x="838200" y="1202267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2060"/>
                </a:solidFill>
                <a:latin typeface="Garamond"/>
                <a:ea typeface="Garamond"/>
                <a:cs typeface="Garamond"/>
                <a:sym typeface="Garamond"/>
              </a:rPr>
              <a:t>مَ</a:t>
            </a:r>
            <a:endParaRPr sz="5350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5"/>
          <p:cNvSpPr txBox="1"/>
          <p:nvPr/>
        </p:nvSpPr>
        <p:spPr>
          <a:xfrm>
            <a:off x="838200" y="1117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47E76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D47E76"/>
                </a:solidFill>
                <a:latin typeface="Garamond"/>
                <a:ea typeface="Garamond"/>
                <a:cs typeface="Garamond"/>
                <a:sym typeface="Garamond"/>
              </a:rPr>
              <a:t>ثَ</a:t>
            </a:r>
            <a:endParaRPr sz="53500">
              <a:solidFill>
                <a:srgbClr val="D47E7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6"/>
          <p:cNvSpPr txBox="1"/>
          <p:nvPr/>
        </p:nvSpPr>
        <p:spPr>
          <a:xfrm>
            <a:off x="838200" y="1134533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7030A0"/>
                </a:solidFill>
                <a:latin typeface="Garamond"/>
                <a:ea typeface="Garamond"/>
                <a:cs typeface="Garamond"/>
                <a:sym typeface="Garamond"/>
              </a:rPr>
              <a:t>نَ</a:t>
            </a:r>
            <a:endParaRPr sz="53500">
              <a:solidFill>
                <a:srgbClr val="7030A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7"/>
          <p:cNvSpPr txBox="1"/>
          <p:nvPr/>
        </p:nvSpPr>
        <p:spPr>
          <a:xfrm>
            <a:off x="838200" y="1049867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يَ</a:t>
            </a:r>
            <a:endParaRPr sz="53500">
              <a:solidFill>
                <a:srgbClr val="FF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C00000"/>
                </a:solidFill>
                <a:latin typeface="Garamond"/>
                <a:ea typeface="Garamond"/>
                <a:cs typeface="Garamond"/>
                <a:sym typeface="Garamond"/>
              </a:rPr>
              <a:t>كَ</a:t>
            </a:r>
            <a:endParaRPr sz="53500">
              <a:solidFill>
                <a:srgbClr val="C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/>
        </p:nvSpPr>
        <p:spPr>
          <a:xfrm>
            <a:off x="618066" y="1659467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أَ</a:t>
            </a:r>
            <a:endParaRPr sz="53500">
              <a:solidFill>
                <a:srgbClr val="0070C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/>
          <p:nvPr/>
        </p:nvSpPr>
        <p:spPr>
          <a:xfrm>
            <a:off x="838200" y="1032933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600"/>
              <a:buFont typeface="Garamond"/>
              <a:buNone/>
            </a:pPr>
            <a:r>
              <a:rPr lang="ar-SA" sz="44600">
                <a:solidFill>
                  <a:srgbClr val="0C0C0C"/>
                </a:solidFill>
                <a:latin typeface="Garamond"/>
                <a:ea typeface="Garamond"/>
                <a:cs typeface="Garamond"/>
                <a:sym typeface="Garamond"/>
              </a:rPr>
              <a:t>شَ</a:t>
            </a:r>
            <a:endParaRPr sz="44600">
              <a:solidFill>
                <a:srgbClr val="0C0C0C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1D19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511D19"/>
                </a:solidFill>
                <a:latin typeface="Garamond"/>
                <a:ea typeface="Garamond"/>
                <a:cs typeface="Garamond"/>
                <a:sym typeface="Garamond"/>
              </a:rPr>
              <a:t>هَا</a:t>
            </a:r>
            <a:endParaRPr sz="53500">
              <a:solidFill>
                <a:srgbClr val="511D1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2"/>
          <p:cNvSpPr txBox="1"/>
          <p:nvPr/>
        </p:nvSpPr>
        <p:spPr>
          <a:xfrm>
            <a:off x="838200" y="1744133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FFC000"/>
                </a:solidFill>
                <a:latin typeface="Garamond"/>
                <a:ea typeface="Garamond"/>
                <a:cs typeface="Garamond"/>
                <a:sym typeface="Garamond"/>
              </a:rPr>
              <a:t>سَ</a:t>
            </a:r>
            <a:endParaRPr sz="53500">
              <a:solidFill>
                <a:srgbClr val="FFC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3"/>
          <p:cNvSpPr txBox="1"/>
          <p:nvPr/>
        </p:nvSpPr>
        <p:spPr>
          <a:xfrm>
            <a:off x="499533" y="7112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B050"/>
                </a:solidFill>
                <a:latin typeface="Garamond"/>
                <a:ea typeface="Garamond"/>
                <a:cs typeface="Garamond"/>
                <a:sym typeface="Garamond"/>
              </a:rPr>
              <a:t>لَ</a:t>
            </a:r>
            <a:endParaRPr sz="53500">
              <a:solidFill>
                <a:srgbClr val="00B05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4"/>
          <p:cNvSpPr txBox="1"/>
          <p:nvPr/>
        </p:nvSpPr>
        <p:spPr>
          <a:xfrm>
            <a:off x="838200" y="1286933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rPr>
              <a:t>ظَ</a:t>
            </a:r>
            <a:endParaRPr sz="53500">
              <a:solidFill>
                <a:srgbClr val="7F7F7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5"/>
          <p:cNvSpPr txBox="1"/>
          <p:nvPr/>
        </p:nvSpPr>
        <p:spPr>
          <a:xfrm>
            <a:off x="838200" y="1591733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3591C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A3591C"/>
                </a:solidFill>
                <a:latin typeface="Garamond"/>
                <a:ea typeface="Garamond"/>
                <a:cs typeface="Garamond"/>
                <a:sym typeface="Garamond"/>
              </a:rPr>
              <a:t>رَ</a:t>
            </a:r>
            <a:endParaRPr sz="53500">
              <a:solidFill>
                <a:srgbClr val="A3591C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6"/>
          <p:cNvSpPr txBox="1"/>
          <p:nvPr/>
        </p:nvSpPr>
        <p:spPr>
          <a:xfrm>
            <a:off x="838200" y="1202267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14C14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414C14"/>
                </a:solidFill>
                <a:latin typeface="Garamond"/>
                <a:ea typeface="Garamond"/>
                <a:cs typeface="Garamond"/>
                <a:sym typeface="Garamond"/>
              </a:rPr>
              <a:t>قَ</a:t>
            </a:r>
            <a:endParaRPr sz="53500">
              <a:solidFill>
                <a:srgbClr val="414C14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7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B050"/>
                </a:solidFill>
                <a:latin typeface="Garamond"/>
                <a:ea typeface="Garamond"/>
                <a:cs typeface="Garamond"/>
                <a:sym typeface="Garamond"/>
              </a:rPr>
              <a:t>تَ</a:t>
            </a:r>
            <a:endParaRPr sz="53500">
              <a:solidFill>
                <a:srgbClr val="00B05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/>
        </p:nvSpPr>
        <p:spPr>
          <a:xfrm>
            <a:off x="973666" y="1049866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600"/>
              <a:buFont typeface="Garamond"/>
              <a:buNone/>
            </a:pPr>
            <a:r>
              <a:rPr lang="ar-SA" sz="44600">
                <a:solidFill>
                  <a:srgbClr val="C00000"/>
                </a:solidFill>
                <a:latin typeface="Garamond"/>
                <a:ea typeface="Garamond"/>
                <a:cs typeface="Garamond"/>
                <a:sym typeface="Garamond"/>
              </a:rPr>
              <a:t>عَ</a:t>
            </a:r>
            <a:endParaRPr sz="44600">
              <a:solidFill>
                <a:srgbClr val="C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9"/>
          <p:cNvSpPr txBox="1"/>
          <p:nvPr/>
        </p:nvSpPr>
        <p:spPr>
          <a:xfrm>
            <a:off x="838200" y="1896533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47E76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D47E76"/>
                </a:solidFill>
                <a:latin typeface="Garamond"/>
                <a:ea typeface="Garamond"/>
                <a:cs typeface="Garamond"/>
                <a:sym typeface="Garamond"/>
              </a:rPr>
              <a:t>ضَ</a:t>
            </a:r>
            <a:endParaRPr sz="53500">
              <a:solidFill>
                <a:srgbClr val="D47E76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/>
        </p:nvSpPr>
        <p:spPr>
          <a:xfrm>
            <a:off x="1041400" y="846667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44600"/>
              <a:buFont typeface="Garamond"/>
              <a:buNone/>
            </a:pPr>
            <a:r>
              <a:rPr lang="ar-SA" sz="446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حَ</a:t>
            </a:r>
            <a:endParaRPr sz="44600">
              <a:solidFill>
                <a:srgbClr val="A5A5A5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1"/>
          <p:cNvSpPr txBox="1"/>
          <p:nvPr/>
        </p:nvSpPr>
        <p:spPr>
          <a:xfrm>
            <a:off x="567267" y="7112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2060"/>
                </a:solidFill>
                <a:latin typeface="Garamond"/>
                <a:ea typeface="Garamond"/>
                <a:cs typeface="Garamond"/>
                <a:sym typeface="Garamond"/>
              </a:rPr>
              <a:t>فَ</a:t>
            </a:r>
            <a:endParaRPr sz="53500">
              <a:solidFill>
                <a:srgbClr val="00206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2"/>
          <p:cNvSpPr txBox="1"/>
          <p:nvPr/>
        </p:nvSpPr>
        <p:spPr>
          <a:xfrm>
            <a:off x="838200" y="1862667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C00000"/>
                </a:solidFill>
                <a:latin typeface="Garamond"/>
                <a:ea typeface="Garamond"/>
                <a:cs typeface="Garamond"/>
                <a:sym typeface="Garamond"/>
              </a:rPr>
              <a:t>صَ</a:t>
            </a:r>
            <a:endParaRPr sz="53500">
              <a:solidFill>
                <a:srgbClr val="C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3"/>
          <p:cNvSpPr txBox="1"/>
          <p:nvPr/>
        </p:nvSpPr>
        <p:spPr>
          <a:xfrm>
            <a:off x="838200" y="8636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B050"/>
                </a:solidFill>
                <a:latin typeface="Garamond"/>
                <a:ea typeface="Garamond"/>
                <a:cs typeface="Garamond"/>
                <a:sym typeface="Garamond"/>
              </a:rPr>
              <a:t>بَ</a:t>
            </a:r>
            <a:endParaRPr sz="53500">
              <a:solidFill>
                <a:srgbClr val="00B05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4"/>
          <p:cNvSpPr txBox="1"/>
          <p:nvPr/>
        </p:nvSpPr>
        <p:spPr>
          <a:xfrm>
            <a:off x="651934" y="15748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3500"/>
              <a:buFont typeface="Garamond"/>
              <a:buNone/>
            </a:pPr>
            <a:r>
              <a:rPr lang="ar-SA" sz="53500">
                <a:solidFill>
                  <a:schemeClr val="accent5"/>
                </a:solidFill>
                <a:latin typeface="Garamond"/>
                <a:ea typeface="Garamond"/>
                <a:cs typeface="Garamond"/>
                <a:sym typeface="Garamond"/>
              </a:rPr>
              <a:t>وَ</a:t>
            </a:r>
            <a:endParaRPr sz="53500">
              <a:solidFill>
                <a:schemeClr val="accent5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5"/>
          <p:cNvSpPr txBox="1"/>
          <p:nvPr/>
        </p:nvSpPr>
        <p:spPr>
          <a:xfrm>
            <a:off x="702733" y="14224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7F7F7F"/>
                </a:solidFill>
                <a:latin typeface="Garamond"/>
                <a:ea typeface="Garamond"/>
                <a:cs typeface="Garamond"/>
                <a:sym typeface="Garamond"/>
              </a:rPr>
              <a:t>دَ</a:t>
            </a:r>
            <a:endParaRPr sz="53500">
              <a:solidFill>
                <a:srgbClr val="7F7F7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6"/>
          <p:cNvSpPr txBox="1"/>
          <p:nvPr/>
        </p:nvSpPr>
        <p:spPr>
          <a:xfrm>
            <a:off x="499533" y="1151467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600"/>
              <a:buFont typeface="Garamond"/>
              <a:buNone/>
            </a:pPr>
            <a:r>
              <a:rPr lang="ar-SA" sz="44600">
                <a:solidFill>
                  <a:srgbClr val="7030A0"/>
                </a:solidFill>
                <a:latin typeface="Garamond"/>
                <a:ea typeface="Garamond"/>
                <a:cs typeface="Garamond"/>
                <a:sym typeface="Garamond"/>
              </a:rPr>
              <a:t>زَ</a:t>
            </a:r>
            <a:endParaRPr sz="44600">
              <a:solidFill>
                <a:srgbClr val="7030A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"/>
          <p:cNvSpPr txBox="1"/>
          <p:nvPr/>
        </p:nvSpPr>
        <p:spPr>
          <a:xfrm>
            <a:off x="838200" y="1185334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ذَ</a:t>
            </a:r>
            <a:endParaRPr sz="53500">
              <a:solidFill>
                <a:srgbClr val="FF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8"/>
          <p:cNvSpPr txBox="1"/>
          <p:nvPr/>
        </p:nvSpPr>
        <p:spPr>
          <a:xfrm>
            <a:off x="838200" y="14224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3500"/>
              <a:buFont typeface="Garamond"/>
              <a:buNone/>
            </a:pPr>
            <a:r>
              <a:rPr lang="ar-SA" sz="53500">
                <a:solidFill>
                  <a:srgbClr val="00B050"/>
                </a:solidFill>
                <a:latin typeface="Garamond"/>
                <a:ea typeface="Garamond"/>
                <a:cs typeface="Garamond"/>
                <a:sym typeface="Garamond"/>
              </a:rPr>
              <a:t>طَ</a:t>
            </a:r>
            <a:endParaRPr sz="53500">
              <a:solidFill>
                <a:srgbClr val="00B05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9"/>
          <p:cNvSpPr txBox="1"/>
          <p:nvPr/>
        </p:nvSpPr>
        <p:spPr>
          <a:xfrm>
            <a:off x="838200" y="965200"/>
            <a:ext cx="105156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7200"/>
              <a:buFont typeface="Garamond"/>
              <a:buNone/>
            </a:pPr>
            <a:r>
              <a:rPr lang="ar-SA" sz="37200">
                <a:solidFill>
                  <a:srgbClr val="0C0C0C"/>
                </a:solidFill>
                <a:latin typeface="Garamond"/>
                <a:ea typeface="Garamond"/>
                <a:cs typeface="Garamond"/>
                <a:sym typeface="Garamond"/>
              </a:rPr>
              <a:t>غَ</a:t>
            </a:r>
            <a:endParaRPr sz="37200">
              <a:solidFill>
                <a:srgbClr val="0C0C0C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0"/>
          <p:cNvSpPr txBox="1"/>
          <p:nvPr>
            <p:ph type="title"/>
          </p:nvPr>
        </p:nvSpPr>
        <p:spPr>
          <a:xfrm>
            <a:off x="1295402" y="982132"/>
            <a:ext cx="9601196" cy="50458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900"/>
              <a:buFont typeface="Garamond"/>
              <a:buNone/>
            </a:pPr>
            <a:r>
              <a:rPr b="1" lang="ar-SA" sz="23900"/>
              <a:t>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2022-09-23T18:44:25Z</dcterms:created>
  <dc:creator>Mohammed Wurrie Barry</dc:creator>
</cp:coreProperties>
</file>